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7258" y="1428750"/>
            <a:ext cx="560933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Notes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767258" y="2501801"/>
            <a:ext cx="56093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67258" y="3419326"/>
            <a:ext cx="56093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Intelligence &amp; Workout Customization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4000"/>
            <a:ext cx="8290661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25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month's massive update introduces comprehensive equipment mastery features, transforming how you interact with gym equipment from discovery to tracking.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938463"/>
            <a:ext cx="82906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you're working out at home, traveling, or hitting the gym, you now have intelligent tools to maximize every piece of equipment you own or have access to.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Intelligence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5575" y="1524000"/>
            <a:ext cx="0" cy="352425"/>
          </a:xfrm>
          <a:prstGeom prst="line">
            <a:avLst/>
          </a:prstGeom>
          <a:noFill/>
          <a:ln w="9525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00" y="1524000"/>
            <a:ext cx="79991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Discovery &amp; Safety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066925"/>
            <a:ext cx="8128099" cy="17671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equipment descriptions with usage guidelines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warnings and injury prevention tips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availability tracking for home, gym, and travel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Familiarity rating system for personalized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Workout Customization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5575" y="1524000"/>
            <a:ext cx="0" cy="352425"/>
          </a:xfrm>
          <a:prstGeom prst="line">
            <a:avLst/>
          </a:prstGeom>
          <a:noFill/>
          <a:ln w="9525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00" y="1524000"/>
            <a:ext cx="79991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Training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066925"/>
            <a:ext cx="8128099" cy="223435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 video demonstrations for every equipment type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difficulty adjustment based on available equipment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equipment alternatives and substitutions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workout presets (Dumbbell Only, Bands, Full Gym)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Travel-optimized workouts for limited equipment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Performance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5575" y="1524000"/>
            <a:ext cx="0" cy="352425"/>
          </a:xfrm>
          <a:prstGeom prst="line">
            <a:avLst/>
          </a:prstGeom>
          <a:noFill/>
          <a:ln w="95250">
            <a:solidFill>
              <a:srgbClr val="F093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00" y="1524000"/>
            <a:ext cx="79991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Growth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066925"/>
            <a:ext cx="8128099" cy="17671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usage tracking and history analytics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Equipment-specific progress and strength gains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personalized equipment mastery goals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 in equipment-based challenges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5575" y="1524000"/>
            <a:ext cx="0" cy="352425"/>
          </a:xfrm>
          <a:prstGeom prst="line">
            <a:avLst/>
          </a:prstGeom>
          <a:noFill/>
          <a:ln w="95250">
            <a:solidFill>
              <a:srgbClr val="4FAC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00" y="1524000"/>
            <a:ext cx="79991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066925"/>
            <a:ext cx="8128099" cy="223435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gym profile with equipment catalog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purchase recommendations based on your goals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maintenance reminders and wear tracking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equipment inventory with training partners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tours of unfamiliar gym spaces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5078" y="1481138"/>
            <a:ext cx="503384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10000" y="2693938"/>
            <a:ext cx="1524000" cy="5075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55078" y="3252639"/>
            <a:ext cx="50338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Release Information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4000"/>
            <a:ext cx="3873550" cy="1819126"/>
          </a:xfrm>
          <a:prstGeom prst="roundRect">
            <a:avLst>
              <a:gd name="adj" fmla="val 55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014" y="1841450"/>
            <a:ext cx="330342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5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93014" y="2787551"/>
            <a:ext cx="3303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Delivered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524000"/>
            <a:ext cx="3873550" cy="1819126"/>
          </a:xfrm>
          <a:prstGeom prst="roundRect">
            <a:avLst>
              <a:gd name="adj" fmla="val 55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47564" y="1841450"/>
            <a:ext cx="330342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5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47564" y="2787551"/>
            <a:ext cx="3303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950" y="3724126"/>
            <a:ext cx="829066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release introduces a comprehensive equipment management and workout customization system. All features are currently unassigned and pending team allocation for ongoing maintenance.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Information &amp; Discovery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3413671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3481944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3413671" cy="15487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Descriptions [ESCRUM-443]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Equipment Tour [ESCRUM-451]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Video Demos [ESCRUM-455]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Safety Warnings [ESCRUM-459]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2621" y="2063651"/>
            <a:ext cx="3413671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2621" y="1524000"/>
            <a:ext cx="3481944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02621" y="2082701"/>
            <a:ext cx="3413671" cy="12846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equipment catalog with filtering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equipment visualization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streaming with adaptive bitrate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safety alerts and checklists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Availability &amp;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3227040" cy="0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329158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3227040" cy="12084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Equipment Availability [ESCRUM-444]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Profile [ESCRUM-448]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Sharing [ESCRUM-450]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5991" y="2063651"/>
            <a:ext cx="3227040" cy="0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5991" y="1524000"/>
            <a:ext cx="329158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5991" y="2082701"/>
            <a:ext cx="3227040" cy="16249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availability status updates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profile support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Permission-based access controls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import/export functionality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for shared equipment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Equipment-Based Workout Customization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2953196" cy="0"/>
          </a:xfrm>
          <a:prstGeom prst="line">
            <a:avLst/>
          </a:prstGeom>
          <a:noFill/>
          <a:ln w="38100">
            <a:solidFill>
              <a:srgbClr val="F093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3012260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2953196" cy="222914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Tutorials [ESCRUM-445]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Difficulty [ESCRUM-447]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Alternatives [ESCRUM-452]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Traveling Workouts [ESCRUM-458]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Variety [ESCRUM-460]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Presets [ESCRUM-464]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2147" y="2063651"/>
            <a:ext cx="2953196" cy="0"/>
          </a:xfrm>
          <a:prstGeom prst="line">
            <a:avLst/>
          </a:prstGeom>
          <a:noFill/>
          <a:ln w="38100">
            <a:solidFill>
              <a:srgbClr val="F09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2147" y="1524000"/>
            <a:ext cx="3012260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2147" y="2082701"/>
            <a:ext cx="2953196" cy="19651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tutorial difficulty levels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difficulty scaling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alternative matching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Hotel/minimal equipment templates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rotation scheduling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Community-contributed presets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Recommendations &amp; Planning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3630513" cy="0"/>
          </a:xfrm>
          <a:prstGeom prst="line">
            <a:avLst/>
          </a:prstGeom>
          <a:noFill/>
          <a:ln w="38100">
            <a:solidFill>
              <a:srgbClr val="4FAC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3703124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3630513" cy="9444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Purchases [ESCRUM-446]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Recommendations [ESCRUM-462]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Packing List [ESCRUM-461]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19464" y="2063651"/>
            <a:ext cx="3630513" cy="0"/>
          </a:xfrm>
          <a:prstGeom prst="line">
            <a:avLst/>
          </a:prstGeom>
          <a:noFill/>
          <a:ln w="38100">
            <a:solidFill>
              <a:srgbClr val="4FAC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9464" y="1524000"/>
            <a:ext cx="3703124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19464" y="2082701"/>
            <a:ext cx="3630513" cy="18889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pattern analysis for recommendations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calculation for purchases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Goal-based recommendation system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Budget-aware filtering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travel packing lists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Tracking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2901255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295928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2901255" cy="2362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Usage Tracking [ESCRUM-449]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Usage History [ESCRUM-457]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and Tear Tracking [ESCRUM-465]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Reminders [ESCRUM-454]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 [ESCRUM-466]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0206" y="2063651"/>
            <a:ext cx="2901255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0206" y="1524000"/>
            <a:ext cx="2959281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0206" y="2082701"/>
            <a:ext cx="2901255" cy="1752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usage logging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with metrics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trend analysis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monitoring system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maintenance scheduling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equipment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Goals &amp;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50" y="2063651"/>
            <a:ext cx="3191619" cy="0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524000"/>
            <a:ext cx="3255452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082701"/>
            <a:ext cx="3191619" cy="14725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Equipment-based Goals [ESCRUM-453]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Equipment-based Challenges [ESCRUM-456]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Familiarity Rating [ESCRUM-463]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0570" y="2063651"/>
            <a:ext cx="3191619" cy="0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0570" y="1524000"/>
            <a:ext cx="3255452" cy="36820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80570" y="2082701"/>
            <a:ext cx="3191619" cy="19651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Goal-setting framework for mastery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tracking system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Equipment-specific achievements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leaderboards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system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Considerations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4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038350"/>
            <a:ext cx="8128099" cy="245060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designed for future team assignment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equipment data models for additional types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infrastructure with privacy controls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streaming requires CDN configuration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recommendation engines need periodic retraining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updates include migration scripts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877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 &amp; Deployment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4000"/>
            <a:ext cx="39510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038350"/>
            <a:ext cx="3873550" cy="257145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assignments pending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needed for large catalogs (&gt;500 items)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demo library requires content population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sharing limited to 10 users per pool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0" y="1524000"/>
            <a:ext cx="39510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Notes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62500" y="2038350"/>
            <a:ext cx="3873550" cy="22476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migrations during maintenance window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CDN configuration required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training dataset deployment needed</a:t>
            </a:r>
            <a:endParaRPr lang="en-US" sz="1500" dirty="0"/>
          </a:p>
          <a:p>
            <a:pPr algn="l" marL="158750" indent="-158750">
              <a:lnSpc>
                <a:spcPts val="25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for gradual rollout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9948" y="1609725"/>
            <a:ext cx="32641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939948" y="2752725"/>
            <a:ext cx="32641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 Release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39948" y="3267075"/>
            <a:ext cx="3264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Features Delivered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Notes - December 2025</dc:title>
  <dc:subject>Equipment Intelligence &amp; Workout Customization</dc:subject>
  <dc:creator>Release Management</dc:creator>
  <cp:lastModifiedBy>Release Management</cp:lastModifiedBy>
  <cp:revision>1</cp:revision>
  <dcterms:created xsi:type="dcterms:W3CDTF">2026-01-05T07:18:34Z</dcterms:created>
  <dcterms:modified xsi:type="dcterms:W3CDTF">2026-01-05T07:18:34Z</dcterms:modified>
</cp:coreProperties>
</file>